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28800425" cy="43200638"/>
  <p:notesSz cx="6858000" cy="9737725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>
          <p15:clr>
            <a:srgbClr val="A4A3A4"/>
          </p15:clr>
        </p15:guide>
        <p15:guide id="2" pos="907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iane Novais de Melo Tavares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678"/>
    <a:srgbClr val="234863"/>
    <a:srgbClr val="09364D"/>
    <a:srgbClr val="0A364B"/>
    <a:srgbClr val="FFCF3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91" autoAdjust="0"/>
    <p:restoredTop sz="94667" autoAdjust="0"/>
  </p:normalViewPr>
  <p:slideViewPr>
    <p:cSldViewPr>
      <p:cViewPr>
        <p:scale>
          <a:sx n="25" d="100"/>
          <a:sy n="25" d="100"/>
        </p:scale>
        <p:origin x="1476" y="-132"/>
      </p:cViewPr>
      <p:guideLst>
        <p:guide orient="horz" pos="13607"/>
        <p:guide pos="90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N Prevenção1" userId="fe0389ba0d566d70" providerId="LiveId" clId="{48714C31-4DD3-425B-9184-A9FE0DBE3BB9}"/>
    <pc:docChg chg="custSel modSld">
      <pc:chgData name="JN Prevenção1" userId="fe0389ba0d566d70" providerId="LiveId" clId="{48714C31-4DD3-425B-9184-A9FE0DBE3BB9}" dt="2025-10-08T00:34:27.212" v="0" actId="478"/>
      <pc:docMkLst>
        <pc:docMk/>
      </pc:docMkLst>
      <pc:sldChg chg="delSp mod">
        <pc:chgData name="JN Prevenção1" userId="fe0389ba0d566d70" providerId="LiveId" clId="{48714C31-4DD3-425B-9184-A9FE0DBE3BB9}" dt="2025-10-08T00:34:27.212" v="0" actId="478"/>
        <pc:sldMkLst>
          <pc:docMk/>
          <pc:sldMk cId="0" sldId="256"/>
        </pc:sldMkLst>
        <pc:spChg chg="del">
          <ac:chgData name="JN Prevenção1" userId="fe0389ba0d566d70" providerId="LiveId" clId="{48714C31-4DD3-425B-9184-A9FE0DBE3BB9}" dt="2025-10-08T00:34:27.212" v="0" actId="478"/>
          <ac:spMkLst>
            <pc:docMk/>
            <pc:sldMk cId="0" sldId="256"/>
            <ac:spMk id="11" creationId="{93066C9F-4C59-4051-A974-6918E76019D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4BD98-3AF5-49EF-997A-7865189F68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390906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783F6E-CA26-4228-BDE3-1BBDF21720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390906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0631D88-E5FF-48C9-A0B8-6787F3E00C6F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A35B9-A763-463E-9E63-5E59A485C1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248775"/>
            <a:ext cx="2971800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390906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0E41F-DD94-488A-8B1D-070532117E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248775"/>
            <a:ext cx="2971800" cy="4873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DA983B3-BB33-4B43-BADB-19DB3691511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9493FD-7D8A-4DC6-964B-A5614A3AE6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390906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AE3F69-7DAD-4DB8-BE49-FAC3295F9C4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390906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AE77994-CF65-4606-A0D4-F928904E7E39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D01BA97-EECD-4885-A776-F43CF02281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11388" y="730250"/>
            <a:ext cx="2435225" cy="3651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B94DDAE-70B3-4D71-8A1F-8FCE30B5C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625975"/>
            <a:ext cx="5486400" cy="4381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21878-2896-437A-9D64-C49B5DDC6D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248775"/>
            <a:ext cx="2971800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390906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30D63-4FB7-424A-96E1-15BA0371A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9248775"/>
            <a:ext cx="2971800" cy="4873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FF11122-9430-4122-9821-3C25B872B696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3908425" rtl="0" eaLnBrk="0" fontAlgn="base" hangingPunct="0">
      <a:spcBef>
        <a:spcPct val="30000"/>
      </a:spcBef>
      <a:spcAft>
        <a:spcPct val="0"/>
      </a:spcAft>
      <a:defRPr sz="5100" kern="1200">
        <a:solidFill>
          <a:schemeClr val="tx1"/>
        </a:solidFill>
        <a:latin typeface="+mn-lt"/>
        <a:ea typeface="+mn-ea"/>
        <a:cs typeface="+mn-cs"/>
      </a:defRPr>
    </a:lvl1pPr>
    <a:lvl2pPr marL="1954213" algn="l" defTabSz="3908425" rtl="0" eaLnBrk="0" fontAlgn="base" hangingPunct="0">
      <a:spcBef>
        <a:spcPct val="30000"/>
      </a:spcBef>
      <a:spcAft>
        <a:spcPct val="0"/>
      </a:spcAft>
      <a:defRPr sz="5100" kern="1200">
        <a:solidFill>
          <a:schemeClr val="tx1"/>
        </a:solidFill>
        <a:latin typeface="+mn-lt"/>
        <a:ea typeface="+mn-ea"/>
        <a:cs typeface="+mn-cs"/>
      </a:defRPr>
    </a:lvl2pPr>
    <a:lvl3pPr marL="3908425" algn="l" defTabSz="3908425" rtl="0" eaLnBrk="0" fontAlgn="base" hangingPunct="0">
      <a:spcBef>
        <a:spcPct val="30000"/>
      </a:spcBef>
      <a:spcAft>
        <a:spcPct val="0"/>
      </a:spcAft>
      <a:defRPr sz="5100" kern="1200">
        <a:solidFill>
          <a:schemeClr val="tx1"/>
        </a:solidFill>
        <a:latin typeface="+mn-lt"/>
        <a:ea typeface="+mn-ea"/>
        <a:cs typeface="+mn-cs"/>
      </a:defRPr>
    </a:lvl3pPr>
    <a:lvl4pPr marL="5862638" algn="l" defTabSz="3908425" rtl="0" eaLnBrk="0" fontAlgn="base" hangingPunct="0">
      <a:spcBef>
        <a:spcPct val="30000"/>
      </a:spcBef>
      <a:spcAft>
        <a:spcPct val="0"/>
      </a:spcAft>
      <a:defRPr sz="5100" kern="1200">
        <a:solidFill>
          <a:schemeClr val="tx1"/>
        </a:solidFill>
        <a:latin typeface="+mn-lt"/>
        <a:ea typeface="+mn-ea"/>
        <a:cs typeface="+mn-cs"/>
      </a:defRPr>
    </a:lvl4pPr>
    <a:lvl5pPr marL="7816850" algn="l" defTabSz="3908425" rtl="0" eaLnBrk="0" fontAlgn="base" hangingPunct="0">
      <a:spcBef>
        <a:spcPct val="30000"/>
      </a:spcBef>
      <a:spcAft>
        <a:spcPct val="0"/>
      </a:spcAft>
      <a:defRPr sz="5100" kern="1200">
        <a:solidFill>
          <a:schemeClr val="tx1"/>
        </a:solidFill>
        <a:latin typeface="+mn-lt"/>
        <a:ea typeface="+mn-ea"/>
        <a:cs typeface="+mn-cs"/>
      </a:defRPr>
    </a:lvl5pPr>
    <a:lvl6pPr marL="9772650" algn="l" defTabSz="3909060" rtl="0" eaLnBrk="1" latinLnBrk="0" hangingPunct="1">
      <a:defRPr sz="5100" kern="1200">
        <a:solidFill>
          <a:schemeClr val="tx1"/>
        </a:solidFill>
        <a:latin typeface="+mn-lt"/>
        <a:ea typeface="+mn-ea"/>
        <a:cs typeface="+mn-cs"/>
      </a:defRPr>
    </a:lvl6pPr>
    <a:lvl7pPr marL="11727180" algn="l" defTabSz="3909060" rtl="0" eaLnBrk="1" latinLnBrk="0" hangingPunct="1">
      <a:defRPr sz="5100" kern="1200">
        <a:solidFill>
          <a:schemeClr val="tx1"/>
        </a:solidFill>
        <a:latin typeface="+mn-lt"/>
        <a:ea typeface="+mn-ea"/>
        <a:cs typeface="+mn-cs"/>
      </a:defRPr>
    </a:lvl7pPr>
    <a:lvl8pPr marL="13681710" algn="l" defTabSz="3909060" rtl="0" eaLnBrk="1" latinLnBrk="0" hangingPunct="1">
      <a:defRPr sz="5100" kern="1200">
        <a:solidFill>
          <a:schemeClr val="tx1"/>
        </a:solidFill>
        <a:latin typeface="+mn-lt"/>
        <a:ea typeface="+mn-ea"/>
        <a:cs typeface="+mn-cs"/>
      </a:defRPr>
    </a:lvl8pPr>
    <a:lvl9pPr marL="15636240" algn="l" defTabSz="3909060" rtl="0" eaLnBrk="1" latinLnBrk="0" hangingPunct="1">
      <a:defRPr sz="5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5086F6F9-B11B-4374-9589-BAEF6DAE24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F2905198-36BB-4061-BF38-124060DAF1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9A6D2189-5E08-4D38-8C53-306660D8B0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1719B6A-CE99-4CA2-A233-54E052669182}" type="slidenum">
              <a:rPr lang="en-US" altLang="pt-BR" smtClean="0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pt-BR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3954C-C267-444C-A3E5-FBDBB67AA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053" y="7070108"/>
            <a:ext cx="21600319" cy="1504022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7C2B7A-0077-4584-8447-02C491100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53" y="22690338"/>
            <a:ext cx="21600319" cy="10430151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BCC5E1-448E-4C3C-9874-FA55607A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0EEFA-D078-4330-BAF6-91D0C8B42602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E8409E-2424-41F9-98CF-2D14AA344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FAEF35-A3DC-4B3C-9F5C-5E768FDB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23E364-D658-4A34-A8B8-4CC6E9A7B05C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5039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7A91C-995C-492C-8898-CDA84CD4D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6D585-1BF2-4C22-A41C-0477FFC71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F8377C-0D8B-463D-AE87-D7F2005AB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1FFFE3-1840-4331-8ACD-5880E25877E7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4DE95E-617F-41A1-ABD8-86E3D47D5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F23210-8A46-4623-873E-CE4FA4B9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E40F4-26FB-4270-A4C6-6B1ACB3B296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735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65CF0-ABE5-46BE-8E14-46F1A1A63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029" y="10770165"/>
            <a:ext cx="24840367" cy="17970262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6FBCD9-AC20-4252-B218-FE75B2CF5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5029" y="28910433"/>
            <a:ext cx="24840367" cy="9450136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7B59AB-FCAE-45FD-846A-C50EA8E5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7C172-277F-4286-A5AF-DCF6EB8BD1C7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510594-B33D-4F24-AB6F-5CA5F5BC4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548331-DA15-4EF0-A788-84EB0B99F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46A7E-1623-42AD-8261-37A44859543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956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26BEE-3082-4CC3-B5B6-6F131D9C3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532601-F135-426C-975E-D72A4B196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29" y="11500170"/>
            <a:ext cx="12240181" cy="2741040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4BD0C9-65A0-4A2C-986B-9324512A1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580215" y="11500170"/>
            <a:ext cx="12240181" cy="2741040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9CBC9CB3-4176-4A2B-87F3-DDB306B78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E6C9C6-E849-4941-B821-963AF82B4252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E9E98B95-5C58-42E7-818C-63217304F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053901F-5AC9-4785-A47D-B3F99E65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6C9639-5065-4FDB-BBD6-505EB888E94F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7712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9A669-B90A-40D0-ABA1-79F8F3989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780" y="2300037"/>
            <a:ext cx="24840367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8ED72D-981E-40CE-8ECB-1CEE80451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3781" y="10590160"/>
            <a:ext cx="12183929" cy="5190073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F44513-F2A9-4EBF-A25E-6AC1E2DC8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83781" y="15780233"/>
            <a:ext cx="12183929" cy="2321034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A5B297-D610-4998-BF71-A52D912BCF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4580215" y="10590160"/>
            <a:ext cx="12243932" cy="5190073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C01CE7D-6FCA-4D55-B142-8908E57C2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4580215" y="15780233"/>
            <a:ext cx="12243932" cy="2321034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0EB243A1-962F-40E8-8A3A-B111A163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AA8A3-EB7E-4FF4-8F01-1AE0BFBDC6C5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851F1BC7-237F-4208-9E42-EEB0A6CB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9BDEA59-D67A-4C4F-A25E-F0B83E6E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FB87A-1236-4863-85AE-C4529B3A046D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563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A3C00-04B7-43A1-A2C6-1983C3BFA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F4FE381A-C344-4EAF-9C70-B29413B44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06EFB-D102-4624-8695-D7CC2C3A43B2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1BBB8A63-E0CE-416D-862F-B977CE988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13191A37-224A-41F3-9E0B-E1C6A33B6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C047A-F43B-44E1-9C0D-FE71CD1BACB6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6650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69C8BB45-9BDA-4AC6-A332-460279E22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6C5705-6CD7-4BB6-A848-CCB009FE8E3B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5D7D4CBF-E705-4B53-9BFF-CA1145B0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3C024E3E-8A6B-4E26-92F1-AB7179CA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BBFD10-815D-4B9F-86B2-3F06C2F7A634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2882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23DAB-4F1D-4063-9C95-FDC6D5D1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782" y="2880042"/>
            <a:ext cx="9288886" cy="10080149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D55018-6A14-43B0-987A-F11B0B27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3932" y="6220095"/>
            <a:ext cx="14580215" cy="30700453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88835F-DC80-4CFF-9A66-E93D0D7EA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83782" y="12960191"/>
            <a:ext cx="9288886" cy="24010358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2AC5C952-ECA1-47AD-B2FC-9050FD22C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F5616D-67B2-4078-A1C2-D89169D5DBBF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57D390C2-4DE2-496F-9D9E-EE1963CF8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6356A87F-C28A-439A-AF30-5F33AF5AE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640120-5C14-469B-807B-FCF96CC62CFD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8574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1E45C-9853-493C-B58C-8495F9A27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782" y="2880042"/>
            <a:ext cx="9288886" cy="10080149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8A8E117-0B95-47DC-96B6-2F50847A2F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243932" y="6220095"/>
            <a:ext cx="14580215" cy="30700453"/>
          </a:xfrm>
        </p:spPr>
        <p:txBody>
          <a:bodyPr rtlCol="0">
            <a:normAutofit/>
          </a:bodyPr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3F40E4-099A-461A-9855-B75CE706A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83782" y="12960191"/>
            <a:ext cx="9288886" cy="24010358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24E25262-237A-49D8-99BA-B933C9AEA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DD1A8-5989-4D08-B3B0-1221CCC23ED1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04E6722E-A643-4904-B043-71756E73E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41AB6CFB-8DA1-424C-A688-870A0337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FD1AD1-E188-472C-841C-501C3279CE4F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7280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9F6D1-EC7D-4191-8019-D548738B3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ED31AD1-5564-49A5-A316-E4DB82A3E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F9F775-E88C-4DBA-9855-E7D15437B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C4E7B4-0071-4029-8893-3DA61B60F358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48BE9D-E7D2-4A1B-8316-DC4E3F194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3D58C3-D552-4E78-88F5-0B667EC9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EDEEB-BBA3-4E3A-8A78-313DD6E2D48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4919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CF50FF-5A2C-42EA-9B3A-E52869F39F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0610304" y="2300034"/>
            <a:ext cx="6210092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C63916-E225-424A-A555-ECA517471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80029" y="2300034"/>
            <a:ext cx="18270270" cy="3661054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D84558-B059-4BE2-B109-B23D0F684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337BC6-4DD8-4A69-9117-E2499778B127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2814E5-8CF4-49E2-AA04-8AFD6DE7F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CD0F48-118E-4634-9BF3-106DC6E62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86D27-4844-498D-899E-B6ECB13FCADD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0096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FD4A1420-7B75-4237-9B78-9CFB28B350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300288"/>
            <a:ext cx="24841200" cy="835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A3927E88-3422-4E79-88A2-B88C22F5EA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79613" y="11499850"/>
            <a:ext cx="24841200" cy="2741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Editar estilos de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FE0C0D-5782-410C-AE03-3DDA4564D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979613" y="40039925"/>
            <a:ext cx="6480175" cy="2300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2835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62F9CEB-D6E8-4B77-975E-DD4E6EE51AC4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E1561F-32B8-4782-8326-FAF79A3A8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40875" y="40039925"/>
            <a:ext cx="9718675" cy="2300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2835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BBCEFF-0B4B-42A9-8B15-2492D5AF7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0340638" y="40039925"/>
            <a:ext cx="6480175" cy="2300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835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762EF96-FD93-4D3B-992A-B20B0C8D7E53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59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2159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300">
          <a:solidFill>
            <a:schemeClr val="tx1"/>
          </a:solidFill>
          <a:latin typeface="Calibri Light" panose="020F0302020204030204" pitchFamily="34" charset="0"/>
        </a:defRPr>
      </a:lvl2pPr>
      <a:lvl3pPr algn="l" defTabSz="2159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300">
          <a:solidFill>
            <a:schemeClr val="tx1"/>
          </a:solidFill>
          <a:latin typeface="Calibri Light" panose="020F0302020204030204" pitchFamily="34" charset="0"/>
        </a:defRPr>
      </a:lvl3pPr>
      <a:lvl4pPr algn="l" defTabSz="2159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300">
          <a:solidFill>
            <a:schemeClr val="tx1"/>
          </a:solidFill>
          <a:latin typeface="Calibri Light" panose="020F0302020204030204" pitchFamily="34" charset="0"/>
        </a:defRPr>
      </a:lvl4pPr>
      <a:lvl5pPr algn="l" defTabSz="2159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2159000" rtl="0" fontAlgn="base">
        <a:lnSpc>
          <a:spcPct val="90000"/>
        </a:lnSpc>
        <a:spcBef>
          <a:spcPct val="0"/>
        </a:spcBef>
        <a:spcAft>
          <a:spcPct val="0"/>
        </a:spcAft>
        <a:defRPr sz="10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2159000" rtl="0" fontAlgn="base">
        <a:lnSpc>
          <a:spcPct val="90000"/>
        </a:lnSpc>
        <a:spcBef>
          <a:spcPct val="0"/>
        </a:spcBef>
        <a:spcAft>
          <a:spcPct val="0"/>
        </a:spcAft>
        <a:defRPr sz="10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2159000" rtl="0" fontAlgn="base">
        <a:lnSpc>
          <a:spcPct val="90000"/>
        </a:lnSpc>
        <a:spcBef>
          <a:spcPct val="0"/>
        </a:spcBef>
        <a:spcAft>
          <a:spcPct val="0"/>
        </a:spcAft>
        <a:defRPr sz="10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2159000" rtl="0" fontAlgn="base">
        <a:lnSpc>
          <a:spcPct val="90000"/>
        </a:lnSpc>
        <a:spcBef>
          <a:spcPct val="0"/>
        </a:spcBef>
        <a:spcAft>
          <a:spcPct val="0"/>
        </a:spcAft>
        <a:defRPr sz="10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539750" indent="-539750" algn="l" defTabSz="2159000" rtl="0" eaLnBrk="0" fontAlgn="base" hangingPunct="0">
        <a:lnSpc>
          <a:spcPct val="90000"/>
        </a:lnSpc>
        <a:spcBef>
          <a:spcPts val="2363"/>
        </a:spcBef>
        <a:spcAft>
          <a:spcPct val="0"/>
        </a:spcAft>
        <a:buFont typeface="Arial" panose="020B0604020202020204" pitchFamily="34" charset="0"/>
        <a:buChar char="•"/>
        <a:defRPr sz="6600" kern="1200">
          <a:solidFill>
            <a:schemeClr val="tx1"/>
          </a:solidFill>
          <a:latin typeface="+mn-lt"/>
          <a:ea typeface="+mn-ea"/>
          <a:cs typeface="+mn-cs"/>
        </a:defRPr>
      </a:lvl1pPr>
      <a:lvl2pPr marL="1619250" indent="-539750" algn="l" defTabSz="2159000" rtl="0" eaLnBrk="0" fontAlgn="base" hangingPunct="0">
        <a:lnSpc>
          <a:spcPct val="90000"/>
        </a:lnSpc>
        <a:spcBef>
          <a:spcPts val="1175"/>
        </a:spcBef>
        <a:spcAft>
          <a:spcPct val="0"/>
        </a:spcAft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0" indent="-539750" algn="l" defTabSz="2159000" rtl="0" eaLnBrk="0" fontAlgn="base" hangingPunct="0">
        <a:lnSpc>
          <a:spcPct val="90000"/>
        </a:lnSpc>
        <a:spcBef>
          <a:spcPts val="1175"/>
        </a:spcBef>
        <a:spcAft>
          <a:spcPct val="0"/>
        </a:spcAft>
        <a:buFont typeface="Arial" panose="020B0604020202020204" pitchFamily="34" charset="0"/>
        <a:buChar char="•"/>
        <a:defRPr sz="4700" kern="1200">
          <a:solidFill>
            <a:schemeClr val="tx1"/>
          </a:solidFill>
          <a:latin typeface="+mn-lt"/>
          <a:ea typeface="+mn-ea"/>
          <a:cs typeface="+mn-cs"/>
        </a:defRPr>
      </a:lvl3pPr>
      <a:lvl4pPr marL="3779838" indent="-539750" algn="l" defTabSz="2159000" rtl="0" eaLnBrk="0" fontAlgn="base" hangingPunct="0">
        <a:lnSpc>
          <a:spcPct val="90000"/>
        </a:lnSpc>
        <a:spcBef>
          <a:spcPts val="1175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338" indent="-539750" algn="l" defTabSz="2159000" rtl="0" eaLnBrk="0" fontAlgn="base" hangingPunct="0">
        <a:lnSpc>
          <a:spcPct val="90000"/>
        </a:lnSpc>
        <a:spcBef>
          <a:spcPts val="1175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Imagem 61">
            <a:extLst>
              <a:ext uri="{FF2B5EF4-FFF2-40B4-BE49-F238E27FC236}">
                <a16:creationId xmlns:a16="http://schemas.microsoft.com/office/drawing/2014/main" id="{776501B6-2433-48FC-B382-387DEDEEAA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000"/>
          <a:stretch/>
        </p:blipFill>
        <p:spPr>
          <a:xfrm>
            <a:off x="0" y="40662741"/>
            <a:ext cx="28800425" cy="256715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667E3C32-E538-42E7-A10C-70FFF4EB4CBB}"/>
              </a:ext>
            </a:extLst>
          </p:cNvPr>
          <p:cNvSpPr/>
          <p:nvPr/>
        </p:nvSpPr>
        <p:spPr>
          <a:xfrm>
            <a:off x="384532" y="5474230"/>
            <a:ext cx="13598758" cy="16325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2CE9846-4B2E-41E0-899D-72C0E01E6B30}"/>
              </a:ext>
            </a:extLst>
          </p:cNvPr>
          <p:cNvSpPr/>
          <p:nvPr/>
        </p:nvSpPr>
        <p:spPr>
          <a:xfrm>
            <a:off x="0" y="2971800"/>
            <a:ext cx="28800425" cy="1943100"/>
          </a:xfrm>
          <a:prstGeom prst="rect">
            <a:avLst/>
          </a:prstGeom>
          <a:solidFill>
            <a:srgbClr val="2A56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5400" dirty="0">
                <a:solidFill>
                  <a:schemeClr val="bg1"/>
                </a:solidFill>
                <a:cs typeface="Arial" pitchFamily="34" charset="0"/>
              </a:rPr>
              <a:t>AUTORES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5400" dirty="0">
                <a:solidFill>
                  <a:schemeClr val="bg1"/>
                </a:solidFill>
                <a:cs typeface="Arial" pitchFamily="34" charset="0"/>
              </a:rPr>
              <a:t>1. Centro Universitário FAMA – UniFAMA – Curso de XXXX</a:t>
            </a:r>
          </a:p>
        </p:txBody>
      </p:sp>
      <p:sp>
        <p:nvSpPr>
          <p:cNvPr id="4099" name="Title 3">
            <a:extLst>
              <a:ext uri="{FF2B5EF4-FFF2-40B4-BE49-F238E27FC236}">
                <a16:creationId xmlns:a16="http://schemas.microsoft.com/office/drawing/2014/main" id="{7BBDE189-2A84-4B58-8C13-F98AD81F26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75276" y="-6350"/>
            <a:ext cx="18290032" cy="3006725"/>
          </a:xfrm>
        </p:spPr>
        <p:txBody>
          <a:bodyPr rtlCol="0">
            <a:normAutofit/>
          </a:bodyPr>
          <a:lstStyle/>
          <a:p>
            <a:pPr algn="ctr" defTabSz="2159996" eaLnBrk="1" fontAlgn="auto" hangingPunct="1">
              <a:spcAft>
                <a:spcPts val="0"/>
              </a:spcAft>
              <a:defRPr/>
            </a:pPr>
            <a:r>
              <a:rPr lang="pt-BR" altLang="pt-BR" sz="7110" b="1" dirty="0">
                <a:solidFill>
                  <a:srgbClr val="0A364B"/>
                </a:solidFill>
                <a:latin typeface="+mn-lt"/>
              </a:rPr>
              <a:t>TÍTULO DO TRABALHO</a:t>
            </a:r>
          </a:p>
        </p:txBody>
      </p:sp>
      <p:sp>
        <p:nvSpPr>
          <p:cNvPr id="4102" name="TextBox 26">
            <a:extLst>
              <a:ext uri="{FF2B5EF4-FFF2-40B4-BE49-F238E27FC236}">
                <a16:creationId xmlns:a16="http://schemas.microsoft.com/office/drawing/2014/main" id="{B3106DC0-2FC9-45A3-9EC9-F74BA8FFB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857" y="5806405"/>
            <a:ext cx="1376843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pt-BR" sz="6000" b="1" dirty="0">
                <a:solidFill>
                  <a:schemeClr val="bg1"/>
                </a:solidFill>
                <a:latin typeface="+mn-lt"/>
              </a:rPr>
              <a:t>INTRODUÇÃO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pt-BR" sz="6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103" name="TextBox 27">
            <a:extLst>
              <a:ext uri="{FF2B5EF4-FFF2-40B4-BE49-F238E27FC236}">
                <a16:creationId xmlns:a16="http://schemas.microsoft.com/office/drawing/2014/main" id="{2F64F9D8-6025-462A-8AA3-B912F3885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55" y="39892888"/>
            <a:ext cx="2241081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pt-BR" sz="4000" b="1" dirty="0">
                <a:latin typeface="+mn-lt"/>
              </a:rPr>
              <a:t>Palavras-chave:</a:t>
            </a:r>
            <a:endParaRPr lang="en-US" altLang="pt-BR" sz="4000" b="1" i="1" u="sng" dirty="0">
              <a:latin typeface="+mn-lt"/>
            </a:endParaRP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70BD1F6B-ACA5-4ACA-8F8E-7E04FC9553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8" r="13041"/>
          <a:stretch/>
        </p:blipFill>
        <p:spPr>
          <a:xfrm>
            <a:off x="384532" y="522432"/>
            <a:ext cx="5776962" cy="2180667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9666F63B-BA0B-4E9B-9583-CF4B1591EFC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0" r="8755"/>
          <a:stretch/>
        </p:blipFill>
        <p:spPr>
          <a:xfrm>
            <a:off x="22504723" y="40952796"/>
            <a:ext cx="5728303" cy="1987048"/>
          </a:xfrm>
          <a:prstGeom prst="rect">
            <a:avLst/>
          </a:prstGeom>
        </p:spPr>
      </p:pic>
      <p:sp>
        <p:nvSpPr>
          <p:cNvPr id="48" name="Retângulo 47">
            <a:extLst>
              <a:ext uri="{FF2B5EF4-FFF2-40B4-BE49-F238E27FC236}">
                <a16:creationId xmlns:a16="http://schemas.microsoft.com/office/drawing/2014/main" id="{12F4566D-F6A7-4CC3-A226-0ECA68B33903}"/>
              </a:ext>
            </a:extLst>
          </p:cNvPr>
          <p:cNvSpPr/>
          <p:nvPr/>
        </p:nvSpPr>
        <p:spPr>
          <a:xfrm>
            <a:off x="14589404" y="5474230"/>
            <a:ext cx="13598758" cy="16325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TextBox 26">
            <a:extLst>
              <a:ext uri="{FF2B5EF4-FFF2-40B4-BE49-F238E27FC236}">
                <a16:creationId xmlns:a16="http://schemas.microsoft.com/office/drawing/2014/main" id="{41CBC26D-AAE9-4CC6-9259-DD83B457D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9729" y="5806405"/>
            <a:ext cx="1376843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pt-BR" sz="6000" b="1" dirty="0">
                <a:solidFill>
                  <a:schemeClr val="bg1"/>
                </a:solidFill>
                <a:latin typeface="+mn-lt"/>
              </a:rPr>
              <a:t>MATERIAIS E MÉTODOS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pt-BR" sz="6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E8623572-F601-40D9-AA2E-A21EF8933F1C}"/>
              </a:ext>
            </a:extLst>
          </p:cNvPr>
          <p:cNvSpPr/>
          <p:nvPr/>
        </p:nvSpPr>
        <p:spPr>
          <a:xfrm>
            <a:off x="584013" y="17061740"/>
            <a:ext cx="13598758" cy="16325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9A10FB09-5BBC-4E08-9822-77FAD33B3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8" y="17393915"/>
            <a:ext cx="1376843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pt-BR" sz="6000" b="1" dirty="0">
                <a:solidFill>
                  <a:schemeClr val="bg1"/>
                </a:solidFill>
                <a:latin typeface="+mn-lt"/>
              </a:rPr>
              <a:t>OBJETIVOS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pt-BR" sz="6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DA541467-ABF5-471E-B704-B397EA3ED93C}"/>
              </a:ext>
            </a:extLst>
          </p:cNvPr>
          <p:cNvSpPr/>
          <p:nvPr/>
        </p:nvSpPr>
        <p:spPr>
          <a:xfrm>
            <a:off x="584013" y="25831118"/>
            <a:ext cx="13598758" cy="16325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TextBox 26">
            <a:extLst>
              <a:ext uri="{FF2B5EF4-FFF2-40B4-BE49-F238E27FC236}">
                <a16:creationId xmlns:a16="http://schemas.microsoft.com/office/drawing/2014/main" id="{D11DABD8-23E1-40BA-A446-C6062C60A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8" y="26163293"/>
            <a:ext cx="1376843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pt-BR" sz="6000" b="1" dirty="0">
                <a:solidFill>
                  <a:schemeClr val="bg1"/>
                </a:solidFill>
                <a:latin typeface="+mn-lt"/>
              </a:rPr>
              <a:t>JUSTIFICATIVA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pt-BR" sz="6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FAD9FE47-0E8E-4411-ABEC-0D014532D566}"/>
              </a:ext>
            </a:extLst>
          </p:cNvPr>
          <p:cNvSpPr/>
          <p:nvPr/>
        </p:nvSpPr>
        <p:spPr>
          <a:xfrm>
            <a:off x="14617655" y="17061740"/>
            <a:ext cx="13598758" cy="16325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TextBox 26">
            <a:extLst>
              <a:ext uri="{FF2B5EF4-FFF2-40B4-BE49-F238E27FC236}">
                <a16:creationId xmlns:a16="http://schemas.microsoft.com/office/drawing/2014/main" id="{3B4EE384-E630-480A-A9C4-2ECD81226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7980" y="17393915"/>
            <a:ext cx="1376843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pt-BR" sz="6000" b="1" dirty="0">
                <a:solidFill>
                  <a:schemeClr val="bg1"/>
                </a:solidFill>
                <a:latin typeface="+mn-lt"/>
              </a:rPr>
              <a:t>DESENVOLVIMENTO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pt-BR" sz="6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240DFFAC-04F2-4EEE-83E3-946F0F3233AF}"/>
              </a:ext>
            </a:extLst>
          </p:cNvPr>
          <p:cNvSpPr/>
          <p:nvPr/>
        </p:nvSpPr>
        <p:spPr>
          <a:xfrm>
            <a:off x="14634269" y="25831118"/>
            <a:ext cx="13598758" cy="16325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TextBox 26">
            <a:extLst>
              <a:ext uri="{FF2B5EF4-FFF2-40B4-BE49-F238E27FC236}">
                <a16:creationId xmlns:a16="http://schemas.microsoft.com/office/drawing/2014/main" id="{222D729D-F4B7-4966-A79F-9E6CB57E3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4594" y="26163293"/>
            <a:ext cx="1376843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pt-BR" sz="6000" b="1" dirty="0">
                <a:solidFill>
                  <a:schemeClr val="bg1"/>
                </a:solidFill>
                <a:latin typeface="+mn-lt"/>
              </a:rPr>
              <a:t>CONCLUSÃO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pt-BR" sz="6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DC8AE313-4A6E-4DF2-AC77-4FB585F85359}"/>
              </a:ext>
            </a:extLst>
          </p:cNvPr>
          <p:cNvSpPr/>
          <p:nvPr/>
        </p:nvSpPr>
        <p:spPr>
          <a:xfrm>
            <a:off x="14634269" y="34018349"/>
            <a:ext cx="13598758" cy="16325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TextBox 26">
            <a:extLst>
              <a:ext uri="{FF2B5EF4-FFF2-40B4-BE49-F238E27FC236}">
                <a16:creationId xmlns:a16="http://schemas.microsoft.com/office/drawing/2014/main" id="{43DFC51E-B6A2-4DEF-8286-FD5E9C2B5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4594" y="34350524"/>
            <a:ext cx="1376843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pt-BR" sz="6000" b="1" dirty="0">
                <a:solidFill>
                  <a:schemeClr val="bg1"/>
                </a:solidFill>
                <a:latin typeface="+mn-lt"/>
              </a:rPr>
              <a:t>REFERÊNCIAS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pt-BR" sz="60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1462</TotalTime>
  <Words>27</Words>
  <Application>Microsoft Office PowerPoint</Application>
  <PresentationFormat>Personalizar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TÍTULO DO TRABALHO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LEISHMANIOSE TEGUMENTAR AMERICANA E LEISHMANIOSE VISCERAL NO MUNICÍPIO DE PIRENÓPOLIS, GOIÁS.</dc:title>
  <dc:creator>pc</dc:creator>
  <cp:lastModifiedBy>JN Prevenção1</cp:lastModifiedBy>
  <cp:revision>146</cp:revision>
  <cp:lastPrinted>2022-10-11T14:27:10Z</cp:lastPrinted>
  <dcterms:created xsi:type="dcterms:W3CDTF">2009-10-18T13:26:35Z</dcterms:created>
  <dcterms:modified xsi:type="dcterms:W3CDTF">2025-10-08T00:34:37Z</dcterms:modified>
</cp:coreProperties>
</file>